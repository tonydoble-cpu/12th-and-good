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12th &amp; Good Street as a financial wellness program, not a fintech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financial stress isn't just a personal problem — it shows up at work as distraction, turnover, and disengagement. These are conservative numbers from credible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competition as broken — portals, commission-based advisors, generic webinars. Position 12th &amp; Good Street as the alternative.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differentiators that matter to HR buyers: real humans, no conflicts of interest, and privacy that builds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full program. Emphasize this is comprehensive — not just one tool or one webinar.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selling point for HR: coaching helps employees use existing benefits, which improves ROI on what the employer is already spending.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slide for CFO-types. $5.50:1 ROI is the conservative number — optimistic is $15:1. All sourced from independent studies.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simplicity. This isn't a 6-month implementation. It's a conversation, then you're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Founding-partner pricing = flexibility. Emphasize this is negotiable and custom-scoped, not a fixed PEPM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human touch. This is a conversation, not a contract negotiation.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" y="758952"/>
            <a:ext cx="164592" cy="164592"/>
          </a:xfrm>
          <a:prstGeom prst="ellipse">
            <a:avLst/>
          </a:prstGeom>
          <a:solidFill>
            <a:srgbClr val="1E2D3D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12th &amp; Good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Wellness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Your Team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marketplace for better money conversations.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12thandgood.com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team's money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is already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costing you.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A5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report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2834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A5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hrs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49808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lost to money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at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Valoir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4572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A5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49808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job-search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financially stressed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5715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PROGRAMS GET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portal nobody logs into isn't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wellness.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128016" cy="128016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Self-serve portals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get a login to a tool. Usage drops off after month one. The stress stays.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880360"/>
            <a:ext cx="128016" cy="128016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Product-backed advice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17720" y="3200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'advisor' earns commission. Employees sense it and stop trusting the guidance.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880360"/>
            <a:ext cx="128016" cy="128016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 webinars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75320" y="3200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lunch-and-learn that doesn't address anyone's specific situation. Polite attendance, zero behavior change.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846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works is simpler: give people access to a real person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 trust, and let them talk about what's on their mind.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12TH &amp; GOOD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Human-first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wellness.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3291840"/>
            <a:ext cx="128016" cy="128016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person, not a portal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0624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conversations with real people. It gets used because it actually helps.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4480560"/>
            <a:ext cx="128016" cy="128016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product behind the advice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06240" y="4251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Fee-only coaches. No commission, no product sales. That changes what they recommend.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530352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5669280"/>
            <a:ext cx="128016" cy="128016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5440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default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06240" y="54406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sponsor the access. What someone discusses stays between them and their coach.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team gets access to.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31720"/>
            <a:ext cx="109728" cy="109728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 coaching sessions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video, with a vetted, fee-only coach.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0116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2331720"/>
            <a:ext cx="109728" cy="109728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intro call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commitment — a way to see if coaching helps.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2331720"/>
            <a:ext cx="109728" cy="109728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sessions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Lunch-and-learns on topics your team cares about.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434840"/>
            <a:ext cx="109728" cy="109728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Money Coach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 AI chat trained in our coaching approach.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4114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4434840"/>
            <a:ext cx="109728" cy="109728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action plans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session ends with something concrete.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4114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/>
        </p:spPr>
      </p:sp>
      <p:sp>
        <p:nvSpPr>
          <p:cNvPr id="25" name="Shape 23"/>
          <p:cNvSpPr/>
          <p:nvPr/>
        </p:nvSpPr>
        <p:spPr>
          <a:xfrm>
            <a:off x="8458200" y="4434840"/>
            <a:ext cx="109728" cy="109728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navigation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58200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employees use the benefits you already pay for.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NAVIGATION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 has benefits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they're not fully using.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12th &amp; Good Street coach helps employees understand and use the benefits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already paying for. That means better ROI on your existing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spend — not just another line item.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097280"/>
            <a:ext cx="4754880" cy="5029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08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gaps coaches help close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2084832"/>
            <a:ext cx="91440" cy="91440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0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contributing enough to get the full employer match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2862072"/>
            <a:ext cx="91440" cy="91440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 or FSA available but unused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3639312"/>
            <a:ext cx="91440" cy="91440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3520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and disability coverage not understood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0" y="4416552"/>
            <a:ext cx="91440" cy="91440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4297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 exists but nobody knows about 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5193792"/>
            <a:ext cx="91440" cy="91440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5074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reimbursement going unclaimed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$5.50 return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$1 invested.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PFEEF independent study, 8,233 participants. Conservative estimate.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2A3D5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3794760"/>
            <a:ext cx="128016" cy="128016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Stressed workers lose 3.3 hrs/week.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recovers productive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347472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2A3D52"/>
          </a:solidFill>
          <a:ln/>
        </p:spPr>
      </p:sp>
      <p:sp>
        <p:nvSpPr>
          <p:cNvPr id="10" name="Shape 8"/>
          <p:cNvSpPr/>
          <p:nvPr/>
        </p:nvSpPr>
        <p:spPr>
          <a:xfrm>
            <a:off x="3794760" y="3794760"/>
            <a:ext cx="128016" cy="128016"/>
          </a:xfrm>
          <a:prstGeom prst="ellipse">
            <a:avLst/>
          </a:prstGeom>
          <a:solidFill>
            <a:srgbClr val="2D8A5E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Turnover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94760" y="4846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an employee costs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50-200% of their salary.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47472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2A3D52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9400" y="3794760"/>
            <a:ext cx="128016" cy="128016"/>
          </a:xfrm>
          <a:prstGeom prst="ellipse">
            <a:avLst/>
          </a:prstGeom>
          <a:solidFill>
            <a:srgbClr val="1A7A7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absenteeism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4846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average 5 fewer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unscheduled absence days.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35440" y="347472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2A3D52"/>
          </a:solidFill>
          <a:ln/>
        </p:spPr>
      </p:sp>
      <p:sp>
        <p:nvSpPr>
          <p:cNvPr id="18" name="Shape 16"/>
          <p:cNvSpPr/>
          <p:nvPr/>
        </p:nvSpPr>
        <p:spPr>
          <a:xfrm>
            <a:off x="9464040" y="3794760"/>
            <a:ext cx="128016" cy="128016"/>
          </a:xfrm>
          <a:prstGeom prst="ellipse">
            <a:avLst/>
          </a:prstGeom>
          <a:solidFill>
            <a:srgbClr val="B87A1E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savings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64040" y="4846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decreased 4.5% for users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increased 19.4% for non-users.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PwC 2026, Valoir 2025, Financial Finesse/PFEEF, Fortune 100 case study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is a conversation,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procurement cycle.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scope the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together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talk about your team's size, what you're already offering, and what would actually be useful. No standard package.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480560" y="3566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privately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44805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choose a coach and book on their own time. The cost is covered by you, and nobody has to ask permission.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29600" y="3566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see the impact,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details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44805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reporting — participation rates, session counts, topics by category. Never an individual's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fund the program.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building this with our founding employer partners, so pricing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flexible. Let's figure out what makes sense for your team.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52120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200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Pool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749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a block of sessions your team draws from.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way to start and see how people use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4663440"/>
            <a:ext cx="73152" cy="73152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4572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per-employee commitment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5029200"/>
            <a:ext cx="73152" cy="73152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4937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anytime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5394960"/>
            <a:ext cx="73152" cy="73152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5303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group sessions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88720" y="5760720"/>
            <a:ext cx="73152" cy="73152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5669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usage reporting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52120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0800" dir="16200000">
              <a:srgbClr val="3a5a7d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35440" y="315468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E8EEF4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Per-Seat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3749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employee gets standing access to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financial wellness program.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4663440"/>
            <a:ext cx="73152" cy="73152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4572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covered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0" y="5029200"/>
            <a:ext cx="73152" cy="73152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4937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intro call for everyone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5394960"/>
            <a:ext cx="73152" cy="73152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5303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sessions &amp; lunch-and-learns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75120" y="5760720"/>
            <a:ext cx="73152" cy="73152"/>
          </a:xfrm>
          <a:prstGeom prst="ellipse">
            <a:avLst/>
          </a:prstGeom>
          <a:solidFill>
            <a:srgbClr val="3A5A7D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5669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comms support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wellness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people actually use.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programs sit on a shelf. This one is a conversation —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that's why it works.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572000"/>
            <a:ext cx="4572000" cy="1554480"/>
          </a:xfrm>
          <a:prstGeom prst="roundRect">
            <a:avLst>
              <a:gd name="adj" fmla="val 7059"/>
            </a:avLst>
          </a:prstGeom>
          <a:solidFill>
            <a:srgbClr val="2A3D5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4709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 about your team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5166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12thandgood.com/employers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tony@12thandgood.com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5760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person will reply. It's probably Tony.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835640" y="5760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954512" y="5879592"/>
            <a:ext cx="164592" cy="164592"/>
          </a:xfrm>
          <a:prstGeom prst="ellipse">
            <a:avLst/>
          </a:prstGeom>
          <a:solidFill>
            <a:srgbClr val="1E2D3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12th &amp; Good Street — Financial Wellness for Your Team</dc:title>
  <dc:subject>PptxGenJS Presentation</dc:subject>
  <dc:creator>12th &amp; Good Street</dc:creator>
  <cp:lastModifiedBy>12th &amp; Good Street</cp:lastModifiedBy>
  <cp:revision>1</cp:revision>
  <dcterms:created xsi:type="dcterms:W3CDTF">2026-07-24T17:02:04Z</dcterms:created>
  <dcterms:modified xsi:type="dcterms:W3CDTF">2026-07-24T17:02:04Z</dcterms:modified>
</cp:coreProperties>
</file>